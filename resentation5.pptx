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72" autoAdjust="0"/>
    <p:restoredTop sz="94660"/>
  </p:normalViewPr>
  <p:slideViewPr>
    <p:cSldViewPr snapToGrid="0">
      <p:cViewPr varScale="1">
        <p:scale>
          <a:sx n="78" d="100"/>
          <a:sy n="78" d="100"/>
        </p:scale>
        <p:origin x="878" y="5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5CC07E-4053-DE67-274A-5C9F298E922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44294F0-2328-8445-DB30-203CB0C96DA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8613833-83CF-8FD9-A812-F2BD1B7BC630}"/>
              </a:ext>
            </a:extLst>
          </p:cNvPr>
          <p:cNvSpPr>
            <a:spLocks noGrp="1"/>
          </p:cNvSpPr>
          <p:nvPr>
            <p:ph type="dt" sz="half" idx="10"/>
          </p:nvPr>
        </p:nvSpPr>
        <p:spPr/>
        <p:txBody>
          <a:bodyPr/>
          <a:lstStyle/>
          <a:p>
            <a:fld id="{0B9D8EB5-A387-4771-B45E-B1AA75B9321A}" type="datetimeFigureOut">
              <a:rPr lang="en-IN" smtClean="0"/>
              <a:t>09-03-2026</a:t>
            </a:fld>
            <a:endParaRPr lang="en-IN"/>
          </a:p>
        </p:txBody>
      </p:sp>
      <p:sp>
        <p:nvSpPr>
          <p:cNvPr id="5" name="Footer Placeholder 4">
            <a:extLst>
              <a:ext uri="{FF2B5EF4-FFF2-40B4-BE49-F238E27FC236}">
                <a16:creationId xmlns:a16="http://schemas.microsoft.com/office/drawing/2014/main" id="{4603556B-DBF9-FA2C-4D3B-098CD1B6546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7F2A474-D4E2-8FE9-6648-1EF7F752FEF0}"/>
              </a:ext>
            </a:extLst>
          </p:cNvPr>
          <p:cNvSpPr>
            <a:spLocks noGrp="1"/>
          </p:cNvSpPr>
          <p:nvPr>
            <p:ph type="sldNum" sz="quarter" idx="12"/>
          </p:nvPr>
        </p:nvSpPr>
        <p:spPr/>
        <p:txBody>
          <a:bodyPr/>
          <a:lstStyle/>
          <a:p>
            <a:fld id="{8187133C-DCD3-4F7F-9E67-2F78F72832D5}" type="slidenum">
              <a:rPr lang="en-IN" smtClean="0"/>
              <a:t>‹#›</a:t>
            </a:fld>
            <a:endParaRPr lang="en-IN"/>
          </a:p>
        </p:txBody>
      </p:sp>
    </p:spTree>
    <p:extLst>
      <p:ext uri="{BB962C8B-B14F-4D97-AF65-F5344CB8AC3E}">
        <p14:creationId xmlns:p14="http://schemas.microsoft.com/office/powerpoint/2010/main" val="25105663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FA43FB-131E-9755-E3AC-D36368BEBF5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FAA7CFB-C4C3-FCF5-408E-0DC36A2687E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0806813-5C1B-407D-5C55-D7BA1AF6852D}"/>
              </a:ext>
            </a:extLst>
          </p:cNvPr>
          <p:cNvSpPr>
            <a:spLocks noGrp="1"/>
          </p:cNvSpPr>
          <p:nvPr>
            <p:ph type="dt" sz="half" idx="10"/>
          </p:nvPr>
        </p:nvSpPr>
        <p:spPr/>
        <p:txBody>
          <a:bodyPr/>
          <a:lstStyle/>
          <a:p>
            <a:fld id="{0B9D8EB5-A387-4771-B45E-B1AA75B9321A}" type="datetimeFigureOut">
              <a:rPr lang="en-IN" smtClean="0"/>
              <a:t>09-03-2026</a:t>
            </a:fld>
            <a:endParaRPr lang="en-IN"/>
          </a:p>
        </p:txBody>
      </p:sp>
      <p:sp>
        <p:nvSpPr>
          <p:cNvPr id="5" name="Footer Placeholder 4">
            <a:extLst>
              <a:ext uri="{FF2B5EF4-FFF2-40B4-BE49-F238E27FC236}">
                <a16:creationId xmlns:a16="http://schemas.microsoft.com/office/drawing/2014/main" id="{160144DF-C4AF-3A40-0309-B7FE5A9AA76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1CD842F-4C5B-DBA6-C93E-F37150E918E4}"/>
              </a:ext>
            </a:extLst>
          </p:cNvPr>
          <p:cNvSpPr>
            <a:spLocks noGrp="1"/>
          </p:cNvSpPr>
          <p:nvPr>
            <p:ph type="sldNum" sz="quarter" idx="12"/>
          </p:nvPr>
        </p:nvSpPr>
        <p:spPr/>
        <p:txBody>
          <a:bodyPr/>
          <a:lstStyle/>
          <a:p>
            <a:fld id="{8187133C-DCD3-4F7F-9E67-2F78F72832D5}" type="slidenum">
              <a:rPr lang="en-IN" smtClean="0"/>
              <a:t>‹#›</a:t>
            </a:fld>
            <a:endParaRPr lang="en-IN"/>
          </a:p>
        </p:txBody>
      </p:sp>
    </p:spTree>
    <p:extLst>
      <p:ext uri="{BB962C8B-B14F-4D97-AF65-F5344CB8AC3E}">
        <p14:creationId xmlns:p14="http://schemas.microsoft.com/office/powerpoint/2010/main" val="21512003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AD9365-5574-F6F1-E516-A7F000C18B0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575B255-207F-33C5-0057-73C429A2C5E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2365651-8F88-15D6-DBC3-7A28246052E1}"/>
              </a:ext>
            </a:extLst>
          </p:cNvPr>
          <p:cNvSpPr>
            <a:spLocks noGrp="1"/>
          </p:cNvSpPr>
          <p:nvPr>
            <p:ph type="dt" sz="half" idx="10"/>
          </p:nvPr>
        </p:nvSpPr>
        <p:spPr/>
        <p:txBody>
          <a:bodyPr/>
          <a:lstStyle/>
          <a:p>
            <a:fld id="{0B9D8EB5-A387-4771-B45E-B1AA75B9321A}" type="datetimeFigureOut">
              <a:rPr lang="en-IN" smtClean="0"/>
              <a:t>09-03-2026</a:t>
            </a:fld>
            <a:endParaRPr lang="en-IN"/>
          </a:p>
        </p:txBody>
      </p:sp>
      <p:sp>
        <p:nvSpPr>
          <p:cNvPr id="5" name="Footer Placeholder 4">
            <a:extLst>
              <a:ext uri="{FF2B5EF4-FFF2-40B4-BE49-F238E27FC236}">
                <a16:creationId xmlns:a16="http://schemas.microsoft.com/office/drawing/2014/main" id="{A708FCCB-B57A-F6A8-0A7A-4C696393CA7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3FD6C60-1D44-6D77-3331-48DB91F375D8}"/>
              </a:ext>
            </a:extLst>
          </p:cNvPr>
          <p:cNvSpPr>
            <a:spLocks noGrp="1"/>
          </p:cNvSpPr>
          <p:nvPr>
            <p:ph type="sldNum" sz="quarter" idx="12"/>
          </p:nvPr>
        </p:nvSpPr>
        <p:spPr/>
        <p:txBody>
          <a:bodyPr/>
          <a:lstStyle/>
          <a:p>
            <a:fld id="{8187133C-DCD3-4F7F-9E67-2F78F72832D5}" type="slidenum">
              <a:rPr lang="en-IN" smtClean="0"/>
              <a:t>‹#›</a:t>
            </a:fld>
            <a:endParaRPr lang="en-IN"/>
          </a:p>
        </p:txBody>
      </p:sp>
    </p:spTree>
    <p:extLst>
      <p:ext uri="{BB962C8B-B14F-4D97-AF65-F5344CB8AC3E}">
        <p14:creationId xmlns:p14="http://schemas.microsoft.com/office/powerpoint/2010/main" val="20968628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A4B33E-A3C5-BE3F-827D-1BAEFBF901F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6123230-D8C3-9380-7D2B-1C35BC4D966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1417E5AB-C43A-55F2-0817-F9676027227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727336F-E8DC-E667-3E44-2030AF7239AB}"/>
              </a:ext>
            </a:extLst>
          </p:cNvPr>
          <p:cNvSpPr>
            <a:spLocks noGrp="1"/>
          </p:cNvSpPr>
          <p:nvPr>
            <p:ph type="dt" sz="half" idx="10"/>
          </p:nvPr>
        </p:nvSpPr>
        <p:spPr/>
        <p:txBody>
          <a:bodyPr/>
          <a:lstStyle/>
          <a:p>
            <a:fld id="{0B9D8EB5-A387-4771-B45E-B1AA75B9321A}" type="datetimeFigureOut">
              <a:rPr lang="en-IN" smtClean="0"/>
              <a:t>09-03-2026</a:t>
            </a:fld>
            <a:endParaRPr lang="en-IN"/>
          </a:p>
        </p:txBody>
      </p:sp>
      <p:sp>
        <p:nvSpPr>
          <p:cNvPr id="6" name="Footer Placeholder 5">
            <a:extLst>
              <a:ext uri="{FF2B5EF4-FFF2-40B4-BE49-F238E27FC236}">
                <a16:creationId xmlns:a16="http://schemas.microsoft.com/office/drawing/2014/main" id="{49F6EF6C-3A9F-6451-2D72-A841729A875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2661E6C-C46A-D38E-DD5E-86FBFA606D12}"/>
              </a:ext>
            </a:extLst>
          </p:cNvPr>
          <p:cNvSpPr>
            <a:spLocks noGrp="1"/>
          </p:cNvSpPr>
          <p:nvPr>
            <p:ph type="sldNum" sz="quarter" idx="12"/>
          </p:nvPr>
        </p:nvSpPr>
        <p:spPr/>
        <p:txBody>
          <a:bodyPr/>
          <a:lstStyle/>
          <a:p>
            <a:fld id="{8187133C-DCD3-4F7F-9E67-2F78F72832D5}" type="slidenum">
              <a:rPr lang="en-IN" smtClean="0"/>
              <a:t>‹#›</a:t>
            </a:fld>
            <a:endParaRPr lang="en-IN"/>
          </a:p>
        </p:txBody>
      </p:sp>
    </p:spTree>
    <p:extLst>
      <p:ext uri="{BB962C8B-B14F-4D97-AF65-F5344CB8AC3E}">
        <p14:creationId xmlns:p14="http://schemas.microsoft.com/office/powerpoint/2010/main" val="29212105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14BC3D-AC7E-267F-7855-6F9EDCA47399}"/>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0577DF3-B2B4-3CF7-5785-128667B4E51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5AFF075-AAA3-84F9-2DE6-BED3AA6891A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88BA74C-7A65-36E1-50BA-AD92AC156DE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FD4887E-AED6-AFD6-13C8-8828697D7A1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F19F71CC-2FFC-9952-FA78-D13371A508B4}"/>
              </a:ext>
            </a:extLst>
          </p:cNvPr>
          <p:cNvSpPr>
            <a:spLocks noGrp="1"/>
          </p:cNvSpPr>
          <p:nvPr>
            <p:ph type="dt" sz="half" idx="10"/>
          </p:nvPr>
        </p:nvSpPr>
        <p:spPr/>
        <p:txBody>
          <a:bodyPr/>
          <a:lstStyle/>
          <a:p>
            <a:fld id="{0B9D8EB5-A387-4771-B45E-B1AA75B9321A}" type="datetimeFigureOut">
              <a:rPr lang="en-IN" smtClean="0"/>
              <a:t>09-03-2026</a:t>
            </a:fld>
            <a:endParaRPr lang="en-IN"/>
          </a:p>
        </p:txBody>
      </p:sp>
      <p:sp>
        <p:nvSpPr>
          <p:cNvPr id="8" name="Footer Placeholder 7">
            <a:extLst>
              <a:ext uri="{FF2B5EF4-FFF2-40B4-BE49-F238E27FC236}">
                <a16:creationId xmlns:a16="http://schemas.microsoft.com/office/drawing/2014/main" id="{07A57358-3DEF-9F4C-0F13-CE04970899A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CA38CCB4-44B5-9D47-82DB-7EC3769676BB}"/>
              </a:ext>
            </a:extLst>
          </p:cNvPr>
          <p:cNvSpPr>
            <a:spLocks noGrp="1"/>
          </p:cNvSpPr>
          <p:nvPr>
            <p:ph type="sldNum" sz="quarter" idx="12"/>
          </p:nvPr>
        </p:nvSpPr>
        <p:spPr/>
        <p:txBody>
          <a:bodyPr/>
          <a:lstStyle/>
          <a:p>
            <a:fld id="{8187133C-DCD3-4F7F-9E67-2F78F72832D5}" type="slidenum">
              <a:rPr lang="en-IN" smtClean="0"/>
              <a:t>‹#›</a:t>
            </a:fld>
            <a:endParaRPr lang="en-IN"/>
          </a:p>
        </p:txBody>
      </p:sp>
    </p:spTree>
    <p:extLst>
      <p:ext uri="{BB962C8B-B14F-4D97-AF65-F5344CB8AC3E}">
        <p14:creationId xmlns:p14="http://schemas.microsoft.com/office/powerpoint/2010/main" val="42404205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C3D7F-5186-3470-17F4-768C3AA8E21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22D2B1AD-0E34-4E1E-F088-7BB59E96DC61}"/>
              </a:ext>
            </a:extLst>
          </p:cNvPr>
          <p:cNvSpPr>
            <a:spLocks noGrp="1"/>
          </p:cNvSpPr>
          <p:nvPr>
            <p:ph type="dt" sz="half" idx="10"/>
          </p:nvPr>
        </p:nvSpPr>
        <p:spPr/>
        <p:txBody>
          <a:bodyPr/>
          <a:lstStyle/>
          <a:p>
            <a:fld id="{0B9D8EB5-A387-4771-B45E-B1AA75B9321A}" type="datetimeFigureOut">
              <a:rPr lang="en-IN" smtClean="0"/>
              <a:t>09-03-2026</a:t>
            </a:fld>
            <a:endParaRPr lang="en-IN"/>
          </a:p>
        </p:txBody>
      </p:sp>
      <p:sp>
        <p:nvSpPr>
          <p:cNvPr id="4" name="Footer Placeholder 3">
            <a:extLst>
              <a:ext uri="{FF2B5EF4-FFF2-40B4-BE49-F238E27FC236}">
                <a16:creationId xmlns:a16="http://schemas.microsoft.com/office/drawing/2014/main" id="{09C86A18-6F6A-7278-B236-5EA4ACC4FB5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E18DC163-7150-564E-A4B3-7D28EE398262}"/>
              </a:ext>
            </a:extLst>
          </p:cNvPr>
          <p:cNvSpPr>
            <a:spLocks noGrp="1"/>
          </p:cNvSpPr>
          <p:nvPr>
            <p:ph type="sldNum" sz="quarter" idx="12"/>
          </p:nvPr>
        </p:nvSpPr>
        <p:spPr/>
        <p:txBody>
          <a:bodyPr/>
          <a:lstStyle/>
          <a:p>
            <a:fld id="{8187133C-DCD3-4F7F-9E67-2F78F72832D5}" type="slidenum">
              <a:rPr lang="en-IN" smtClean="0"/>
              <a:t>‹#›</a:t>
            </a:fld>
            <a:endParaRPr lang="en-IN"/>
          </a:p>
        </p:txBody>
      </p:sp>
    </p:spTree>
    <p:extLst>
      <p:ext uri="{BB962C8B-B14F-4D97-AF65-F5344CB8AC3E}">
        <p14:creationId xmlns:p14="http://schemas.microsoft.com/office/powerpoint/2010/main" val="10163260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5D8E8C9-1C67-2A16-C366-106C533CE044}"/>
              </a:ext>
            </a:extLst>
          </p:cNvPr>
          <p:cNvSpPr>
            <a:spLocks noGrp="1"/>
          </p:cNvSpPr>
          <p:nvPr>
            <p:ph type="dt" sz="half" idx="10"/>
          </p:nvPr>
        </p:nvSpPr>
        <p:spPr/>
        <p:txBody>
          <a:bodyPr/>
          <a:lstStyle/>
          <a:p>
            <a:fld id="{0B9D8EB5-A387-4771-B45E-B1AA75B9321A}" type="datetimeFigureOut">
              <a:rPr lang="en-IN" smtClean="0"/>
              <a:t>09-03-2026</a:t>
            </a:fld>
            <a:endParaRPr lang="en-IN"/>
          </a:p>
        </p:txBody>
      </p:sp>
      <p:sp>
        <p:nvSpPr>
          <p:cNvPr id="3" name="Footer Placeholder 2">
            <a:extLst>
              <a:ext uri="{FF2B5EF4-FFF2-40B4-BE49-F238E27FC236}">
                <a16:creationId xmlns:a16="http://schemas.microsoft.com/office/drawing/2014/main" id="{1BEA82FF-71EF-914E-9CE2-F2BC53E6216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0050C8F-96AE-7C16-A720-9CED6C51B3BA}"/>
              </a:ext>
            </a:extLst>
          </p:cNvPr>
          <p:cNvSpPr>
            <a:spLocks noGrp="1"/>
          </p:cNvSpPr>
          <p:nvPr>
            <p:ph type="sldNum" sz="quarter" idx="12"/>
          </p:nvPr>
        </p:nvSpPr>
        <p:spPr/>
        <p:txBody>
          <a:bodyPr/>
          <a:lstStyle/>
          <a:p>
            <a:fld id="{8187133C-DCD3-4F7F-9E67-2F78F72832D5}" type="slidenum">
              <a:rPr lang="en-IN" smtClean="0"/>
              <a:t>‹#›</a:t>
            </a:fld>
            <a:endParaRPr lang="en-IN"/>
          </a:p>
        </p:txBody>
      </p:sp>
    </p:spTree>
    <p:extLst>
      <p:ext uri="{BB962C8B-B14F-4D97-AF65-F5344CB8AC3E}">
        <p14:creationId xmlns:p14="http://schemas.microsoft.com/office/powerpoint/2010/main" val="3719890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0CFF24-1E62-5A6B-9B10-7B27E7C0468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C62C519-5736-F924-5E93-F34B47EFDF1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D9CACC9-5286-F0B6-A0F6-C7E7D6AA35B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80841CB-B70C-E769-5BC1-E2FFEC6CBE0E}"/>
              </a:ext>
            </a:extLst>
          </p:cNvPr>
          <p:cNvSpPr>
            <a:spLocks noGrp="1"/>
          </p:cNvSpPr>
          <p:nvPr>
            <p:ph type="dt" sz="half" idx="10"/>
          </p:nvPr>
        </p:nvSpPr>
        <p:spPr/>
        <p:txBody>
          <a:bodyPr/>
          <a:lstStyle/>
          <a:p>
            <a:fld id="{0B9D8EB5-A387-4771-B45E-B1AA75B9321A}" type="datetimeFigureOut">
              <a:rPr lang="en-IN" smtClean="0"/>
              <a:t>09-03-2026</a:t>
            </a:fld>
            <a:endParaRPr lang="en-IN"/>
          </a:p>
        </p:txBody>
      </p:sp>
      <p:sp>
        <p:nvSpPr>
          <p:cNvPr id="6" name="Footer Placeholder 5">
            <a:extLst>
              <a:ext uri="{FF2B5EF4-FFF2-40B4-BE49-F238E27FC236}">
                <a16:creationId xmlns:a16="http://schemas.microsoft.com/office/drawing/2014/main" id="{A75BFC7C-303E-3C02-865D-62092410690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A3AC23D-9689-492A-B723-00FF44334CBD}"/>
              </a:ext>
            </a:extLst>
          </p:cNvPr>
          <p:cNvSpPr>
            <a:spLocks noGrp="1"/>
          </p:cNvSpPr>
          <p:nvPr>
            <p:ph type="sldNum" sz="quarter" idx="12"/>
          </p:nvPr>
        </p:nvSpPr>
        <p:spPr/>
        <p:txBody>
          <a:bodyPr/>
          <a:lstStyle/>
          <a:p>
            <a:fld id="{8187133C-DCD3-4F7F-9E67-2F78F72832D5}" type="slidenum">
              <a:rPr lang="en-IN" smtClean="0"/>
              <a:t>‹#›</a:t>
            </a:fld>
            <a:endParaRPr lang="en-IN"/>
          </a:p>
        </p:txBody>
      </p:sp>
    </p:spTree>
    <p:extLst>
      <p:ext uri="{BB962C8B-B14F-4D97-AF65-F5344CB8AC3E}">
        <p14:creationId xmlns:p14="http://schemas.microsoft.com/office/powerpoint/2010/main" val="8857210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DB10EE-E3BF-D29A-5464-3B941FADD7F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D4B4368-EB49-F9FA-8B9E-C23A6D2B131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37B8E4E5-7E01-F862-D0F9-D9490B90BD0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565461F-8AA7-AB6D-7A02-95E50074B660}"/>
              </a:ext>
            </a:extLst>
          </p:cNvPr>
          <p:cNvSpPr>
            <a:spLocks noGrp="1"/>
          </p:cNvSpPr>
          <p:nvPr>
            <p:ph type="dt" sz="half" idx="10"/>
          </p:nvPr>
        </p:nvSpPr>
        <p:spPr/>
        <p:txBody>
          <a:bodyPr/>
          <a:lstStyle/>
          <a:p>
            <a:fld id="{0B9D8EB5-A387-4771-B45E-B1AA75B9321A}" type="datetimeFigureOut">
              <a:rPr lang="en-IN" smtClean="0"/>
              <a:t>09-03-2026</a:t>
            </a:fld>
            <a:endParaRPr lang="en-IN"/>
          </a:p>
        </p:txBody>
      </p:sp>
      <p:sp>
        <p:nvSpPr>
          <p:cNvPr id="6" name="Footer Placeholder 5">
            <a:extLst>
              <a:ext uri="{FF2B5EF4-FFF2-40B4-BE49-F238E27FC236}">
                <a16:creationId xmlns:a16="http://schemas.microsoft.com/office/drawing/2014/main" id="{D0FEADC6-6D4E-35CF-BF11-9565300D66B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5900593-EB45-15EF-58DA-4C0B76D4FA57}"/>
              </a:ext>
            </a:extLst>
          </p:cNvPr>
          <p:cNvSpPr>
            <a:spLocks noGrp="1"/>
          </p:cNvSpPr>
          <p:nvPr>
            <p:ph type="sldNum" sz="quarter" idx="12"/>
          </p:nvPr>
        </p:nvSpPr>
        <p:spPr/>
        <p:txBody>
          <a:bodyPr/>
          <a:lstStyle/>
          <a:p>
            <a:fld id="{8187133C-DCD3-4F7F-9E67-2F78F72832D5}" type="slidenum">
              <a:rPr lang="en-IN" smtClean="0"/>
              <a:t>‹#›</a:t>
            </a:fld>
            <a:endParaRPr lang="en-IN"/>
          </a:p>
        </p:txBody>
      </p:sp>
    </p:spTree>
    <p:extLst>
      <p:ext uri="{BB962C8B-B14F-4D97-AF65-F5344CB8AC3E}">
        <p14:creationId xmlns:p14="http://schemas.microsoft.com/office/powerpoint/2010/main" val="16277858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3C1AB2-A3F0-7BEA-4E6A-38C885956B0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1B9A37B-0AF5-D19B-C885-F8EC11103E4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0BD1FAE-9C95-3581-039F-29C436D7321C}"/>
              </a:ext>
            </a:extLst>
          </p:cNvPr>
          <p:cNvSpPr>
            <a:spLocks noGrp="1"/>
          </p:cNvSpPr>
          <p:nvPr>
            <p:ph type="dt" sz="half" idx="10"/>
          </p:nvPr>
        </p:nvSpPr>
        <p:spPr/>
        <p:txBody>
          <a:bodyPr/>
          <a:lstStyle/>
          <a:p>
            <a:fld id="{0B9D8EB5-A387-4771-B45E-B1AA75B9321A}" type="datetimeFigureOut">
              <a:rPr lang="en-IN" smtClean="0"/>
              <a:t>09-03-2026</a:t>
            </a:fld>
            <a:endParaRPr lang="en-IN"/>
          </a:p>
        </p:txBody>
      </p:sp>
      <p:sp>
        <p:nvSpPr>
          <p:cNvPr id="5" name="Footer Placeholder 4">
            <a:extLst>
              <a:ext uri="{FF2B5EF4-FFF2-40B4-BE49-F238E27FC236}">
                <a16:creationId xmlns:a16="http://schemas.microsoft.com/office/drawing/2014/main" id="{96B515D5-3CBA-947F-4142-A2E50E70F93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66C5B82-37A1-84B8-9134-43CC805EA923}"/>
              </a:ext>
            </a:extLst>
          </p:cNvPr>
          <p:cNvSpPr>
            <a:spLocks noGrp="1"/>
          </p:cNvSpPr>
          <p:nvPr>
            <p:ph type="sldNum" sz="quarter" idx="12"/>
          </p:nvPr>
        </p:nvSpPr>
        <p:spPr/>
        <p:txBody>
          <a:bodyPr/>
          <a:lstStyle/>
          <a:p>
            <a:fld id="{8187133C-DCD3-4F7F-9E67-2F78F72832D5}" type="slidenum">
              <a:rPr lang="en-IN" smtClean="0"/>
              <a:t>‹#›</a:t>
            </a:fld>
            <a:endParaRPr lang="en-IN"/>
          </a:p>
        </p:txBody>
      </p:sp>
    </p:spTree>
    <p:extLst>
      <p:ext uri="{BB962C8B-B14F-4D97-AF65-F5344CB8AC3E}">
        <p14:creationId xmlns:p14="http://schemas.microsoft.com/office/powerpoint/2010/main" val="6479064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24FCD21-A0BC-B79C-EFC3-2BE101A5822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8382348-B376-84FC-7ECD-697C2B4190F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70A0BEB-393D-3CCA-2935-F2A0BB8225A1}"/>
              </a:ext>
            </a:extLst>
          </p:cNvPr>
          <p:cNvSpPr>
            <a:spLocks noGrp="1"/>
          </p:cNvSpPr>
          <p:nvPr>
            <p:ph type="dt" sz="half" idx="10"/>
          </p:nvPr>
        </p:nvSpPr>
        <p:spPr/>
        <p:txBody>
          <a:bodyPr/>
          <a:lstStyle/>
          <a:p>
            <a:fld id="{0B9D8EB5-A387-4771-B45E-B1AA75B9321A}" type="datetimeFigureOut">
              <a:rPr lang="en-IN" smtClean="0"/>
              <a:t>09-03-2026</a:t>
            </a:fld>
            <a:endParaRPr lang="en-IN"/>
          </a:p>
        </p:txBody>
      </p:sp>
      <p:sp>
        <p:nvSpPr>
          <p:cNvPr id="5" name="Footer Placeholder 4">
            <a:extLst>
              <a:ext uri="{FF2B5EF4-FFF2-40B4-BE49-F238E27FC236}">
                <a16:creationId xmlns:a16="http://schemas.microsoft.com/office/drawing/2014/main" id="{A3F9B60C-ED66-BAD1-20FF-5B352964B80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0389501-8588-8C99-6228-C3BDC5A92D0E}"/>
              </a:ext>
            </a:extLst>
          </p:cNvPr>
          <p:cNvSpPr>
            <a:spLocks noGrp="1"/>
          </p:cNvSpPr>
          <p:nvPr>
            <p:ph type="sldNum" sz="quarter" idx="12"/>
          </p:nvPr>
        </p:nvSpPr>
        <p:spPr/>
        <p:txBody>
          <a:bodyPr/>
          <a:lstStyle/>
          <a:p>
            <a:fld id="{8187133C-DCD3-4F7F-9E67-2F78F72832D5}" type="slidenum">
              <a:rPr lang="en-IN" smtClean="0"/>
              <a:t>‹#›</a:t>
            </a:fld>
            <a:endParaRPr lang="en-IN"/>
          </a:p>
        </p:txBody>
      </p:sp>
    </p:spTree>
    <p:extLst>
      <p:ext uri="{BB962C8B-B14F-4D97-AF65-F5344CB8AC3E}">
        <p14:creationId xmlns:p14="http://schemas.microsoft.com/office/powerpoint/2010/main" val="23690448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9E9E7C2-9192-B519-3C4E-7A0DC43A836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F301B17-8509-1550-DA9C-1D76B64AC1F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294487E-117B-C5DF-FC04-28A593DB0E7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B9D8EB5-A387-4771-B45E-B1AA75B9321A}" type="datetimeFigureOut">
              <a:rPr lang="en-IN" smtClean="0"/>
              <a:t>09-03-2026</a:t>
            </a:fld>
            <a:endParaRPr lang="en-IN"/>
          </a:p>
        </p:txBody>
      </p:sp>
      <p:sp>
        <p:nvSpPr>
          <p:cNvPr id="5" name="Footer Placeholder 4">
            <a:extLst>
              <a:ext uri="{FF2B5EF4-FFF2-40B4-BE49-F238E27FC236}">
                <a16:creationId xmlns:a16="http://schemas.microsoft.com/office/drawing/2014/main" id="{8BF16C99-463A-AB51-0819-7BC652514E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18F8C251-6A14-83EC-A767-A79943CAC8D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187133C-DCD3-4F7F-9E67-2F78F72832D5}" type="slidenum">
              <a:rPr lang="en-IN" smtClean="0"/>
              <a:t>‹#›</a:t>
            </a:fld>
            <a:endParaRPr lang="en-IN"/>
          </a:p>
        </p:txBody>
      </p:sp>
    </p:spTree>
    <p:extLst>
      <p:ext uri="{BB962C8B-B14F-4D97-AF65-F5344CB8AC3E}">
        <p14:creationId xmlns:p14="http://schemas.microsoft.com/office/powerpoint/2010/main" val="17383477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F506A-8116-59A5-8081-3D62AA32EC0D}"/>
              </a:ext>
            </a:extLst>
          </p:cNvPr>
          <p:cNvSpPr>
            <a:spLocks noGrp="1"/>
          </p:cNvSpPr>
          <p:nvPr>
            <p:ph type="ctrTitle"/>
          </p:nvPr>
        </p:nvSpPr>
        <p:spPr>
          <a:xfrm>
            <a:off x="1524000" y="-580103"/>
            <a:ext cx="9144000" cy="88490"/>
          </a:xfrm>
        </p:spPr>
        <p:txBody>
          <a:bodyPr>
            <a:normAutofit fontScale="90000"/>
          </a:bodyPr>
          <a:lstStyle/>
          <a:p>
            <a:endParaRPr lang="en-IN" dirty="0"/>
          </a:p>
        </p:txBody>
      </p:sp>
      <p:sp>
        <p:nvSpPr>
          <p:cNvPr id="3" name="Subtitle 2">
            <a:extLst>
              <a:ext uri="{FF2B5EF4-FFF2-40B4-BE49-F238E27FC236}">
                <a16:creationId xmlns:a16="http://schemas.microsoft.com/office/drawing/2014/main" id="{26420DC7-8E04-62B9-5BFF-6342E628347B}"/>
              </a:ext>
            </a:extLst>
          </p:cNvPr>
          <p:cNvSpPr>
            <a:spLocks noGrp="1"/>
          </p:cNvSpPr>
          <p:nvPr>
            <p:ph type="subTitle" idx="1"/>
          </p:nvPr>
        </p:nvSpPr>
        <p:spPr>
          <a:xfrm>
            <a:off x="-88490" y="0"/>
            <a:ext cx="12280490" cy="5781367"/>
          </a:xfrm>
        </p:spPr>
        <p:txBody>
          <a:bodyPr>
            <a:normAutofit fontScale="25000" lnSpcReduction="20000"/>
          </a:bodyPr>
          <a:lstStyle/>
          <a:p>
            <a:pPr algn="l"/>
            <a:r>
              <a:rPr lang="en-US" sz="8000" b="1" dirty="0"/>
              <a:t> 6.Functional Testing </a:t>
            </a:r>
          </a:p>
          <a:p>
            <a:pPr algn="l"/>
            <a:r>
              <a:rPr lang="en-US" sz="8000" i="1" dirty="0"/>
              <a:t>In the Darshan Ease project, functional testing was carried out to ensure that all modules of the system operate correctly and meet the expected requirements. Each feature of the application was tested individually to verify that it performs the intended task without errors.</a:t>
            </a:r>
          </a:p>
          <a:p>
            <a:pPr algn="l"/>
            <a:r>
              <a:rPr lang="en-US" sz="8000" i="1" dirty="0"/>
              <a:t>The testing process started with the </a:t>
            </a:r>
            <a:r>
              <a:rPr lang="en-US" sz="8000" b="1" i="1" dirty="0"/>
              <a:t>user registration module</a:t>
            </a:r>
            <a:r>
              <a:rPr lang="en-US" sz="8000" i="1" dirty="0"/>
              <a:t>, where it was verified that new users can successfully create an account by providing valid information such as name, email, and password. The system was also checked to ensure that it displays appropriate error messages when users enter invalid or incomplete details.</a:t>
            </a:r>
          </a:p>
          <a:p>
            <a:pPr algn="l"/>
            <a:r>
              <a:rPr lang="en-US" sz="8000" i="1" dirty="0"/>
              <a:t>The </a:t>
            </a:r>
            <a:r>
              <a:rPr lang="en-US" sz="8000" b="1" i="1" dirty="0"/>
              <a:t>login functionality</a:t>
            </a:r>
            <a:r>
              <a:rPr lang="en-US" sz="8000" i="1" dirty="0"/>
              <a:t> was tested to confirm that only registered users can access the system. When correct login credentials are entered, the user is redirected to the dashboard. If incorrect credentials are entered, the system displays an error message.</a:t>
            </a:r>
          </a:p>
          <a:p>
            <a:pPr algn="l"/>
            <a:r>
              <a:rPr lang="en-US" sz="8000" i="1" dirty="0"/>
              <a:t>Next, the </a:t>
            </a:r>
            <a:r>
              <a:rPr lang="en-US" sz="8000" b="1" i="1" dirty="0"/>
              <a:t>temple search feature</a:t>
            </a:r>
            <a:r>
              <a:rPr lang="en-US" sz="8000" i="1" dirty="0"/>
              <a:t> was tested to verify that users can easily search for temples and view relevant information such as temple details and available darshan slots.</a:t>
            </a:r>
          </a:p>
          <a:p>
            <a:pPr algn="l"/>
            <a:r>
              <a:rPr lang="en-US" sz="8000" i="1" dirty="0"/>
              <a:t>The </a:t>
            </a:r>
            <a:r>
              <a:rPr lang="en-US" sz="8000" b="1" i="1" dirty="0"/>
              <a:t>darshan slot booking module</a:t>
            </a:r>
            <a:r>
              <a:rPr lang="en-US" sz="8000" i="1" dirty="0"/>
              <a:t> was also tested to ensure that users can select a suitable date and time slot and complete the booking successfully. After booking, the system generates a confirmation message along with a digital ticket for the user.</a:t>
            </a:r>
          </a:p>
          <a:p>
            <a:pPr algn="l"/>
            <a:endParaRPr lang="en-US" sz="8000" i="1" dirty="0"/>
          </a:p>
          <a:p>
            <a:pPr algn="l"/>
            <a:r>
              <a:rPr lang="en-US" sz="8000" b="1" dirty="0"/>
              <a:t>Performance Testing (Darshan Ease)</a:t>
            </a:r>
          </a:p>
          <a:p>
            <a:pPr algn="l"/>
            <a:r>
              <a:rPr lang="en-US" sz="8000" dirty="0"/>
              <a:t>Performance testing was conducted in the Darshan Ease project to evaluate the speed, responsiveness, and stability of the application under different usage conditions. The objective of this testing was to ensure that the system performs efficiently even when multiple users access the platform at the same time.</a:t>
            </a:r>
          </a:p>
          <a:p>
            <a:pPr algn="l"/>
            <a:r>
              <a:rPr lang="en-US" sz="8000" dirty="0"/>
              <a:t>Initially, the </a:t>
            </a:r>
            <a:r>
              <a:rPr lang="en-US" sz="8000" b="1" dirty="0"/>
              <a:t>website loading speed</a:t>
            </a:r>
            <a:r>
              <a:rPr lang="en-US" sz="8000" dirty="0"/>
              <a:t> was tested to verify that the application loads quickly when users visit the platform. The response time of important features such as temple search and darshan slot booking was also evaluated to ensure that users can complete their actions without unnecessary delays.</a:t>
            </a:r>
          </a:p>
          <a:p>
            <a:pPr algn="l"/>
            <a:endParaRPr lang="en-US" sz="6200" i="1" dirty="0"/>
          </a:p>
          <a:p>
            <a:endParaRPr lang="en-IN" dirty="0"/>
          </a:p>
        </p:txBody>
      </p:sp>
    </p:spTree>
    <p:extLst>
      <p:ext uri="{BB962C8B-B14F-4D97-AF65-F5344CB8AC3E}">
        <p14:creationId xmlns:p14="http://schemas.microsoft.com/office/powerpoint/2010/main" val="17445246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A57FB1-A20C-54E9-7FA0-C7CA106723CB}"/>
              </a:ext>
            </a:extLst>
          </p:cNvPr>
          <p:cNvSpPr>
            <a:spLocks noGrp="1"/>
          </p:cNvSpPr>
          <p:nvPr>
            <p:ph type="title"/>
          </p:nvPr>
        </p:nvSpPr>
        <p:spPr>
          <a:xfrm flipV="1">
            <a:off x="159775" y="-796413"/>
            <a:ext cx="10515600" cy="570272"/>
          </a:xfrm>
        </p:spPr>
        <p:txBody>
          <a:bodyPr>
            <a:normAutofit fontScale="90000"/>
          </a:bodyPr>
          <a:lstStyle/>
          <a:p>
            <a:endParaRPr lang="en-IN" dirty="0"/>
          </a:p>
        </p:txBody>
      </p:sp>
      <p:sp>
        <p:nvSpPr>
          <p:cNvPr id="3" name="Content Placeholder 2">
            <a:extLst>
              <a:ext uri="{FF2B5EF4-FFF2-40B4-BE49-F238E27FC236}">
                <a16:creationId xmlns:a16="http://schemas.microsoft.com/office/drawing/2014/main" id="{27472FE3-6731-07FC-7EC0-EF896D531EAF}"/>
              </a:ext>
            </a:extLst>
          </p:cNvPr>
          <p:cNvSpPr>
            <a:spLocks noGrp="1"/>
          </p:cNvSpPr>
          <p:nvPr>
            <p:ph idx="1"/>
          </p:nvPr>
        </p:nvSpPr>
        <p:spPr>
          <a:xfrm>
            <a:off x="0" y="0"/>
            <a:ext cx="12260826" cy="6176963"/>
          </a:xfrm>
        </p:spPr>
        <p:txBody>
          <a:bodyPr/>
          <a:lstStyle/>
          <a:p>
            <a:r>
              <a:rPr lang="en-US" sz="2000" dirty="0"/>
              <a:t>The system was then tested with </a:t>
            </a:r>
            <a:r>
              <a:rPr lang="en-US" sz="2000" b="1" dirty="0"/>
              <a:t>multiple user requests</a:t>
            </a:r>
            <a:r>
              <a:rPr lang="en-US" sz="2000" dirty="0"/>
              <a:t> to observe how it performs when several users try to access the platform simultaneously. This scenario is particularly important during festivals or peak visiting periods when a large number of devotees may attempt to book darshan slots at the same time.</a:t>
            </a:r>
          </a:p>
          <a:p>
            <a:r>
              <a:rPr lang="en-US" sz="2000" dirty="0"/>
              <a:t>In addition, the </a:t>
            </a:r>
            <a:r>
              <a:rPr lang="en-US" sz="2000" b="1" dirty="0"/>
              <a:t>database performance</a:t>
            </a:r>
            <a:r>
              <a:rPr lang="en-US" sz="2000" dirty="0"/>
              <a:t> was monitored to ensure that user data and booking information can be stored and retrieved efficiently. The system was observed during these tests to confirm that it remains stable and does not slow down or crash under heavy usage.</a:t>
            </a:r>
          </a:p>
          <a:p>
            <a:r>
              <a:rPr lang="en-US" sz="2000" dirty="0"/>
              <a:t>The results of performance testing showed that the Darshan Ease platform maintains good response time, stable performance, and reliable functionality, ensuring a smooth and efficient experience for users.</a:t>
            </a:r>
          </a:p>
          <a:p>
            <a:br>
              <a:rPr lang="en-US" dirty="0"/>
            </a:br>
            <a:endParaRPr lang="en-US" dirty="0"/>
          </a:p>
          <a:p>
            <a:endParaRPr lang="en-IN" dirty="0"/>
          </a:p>
        </p:txBody>
      </p:sp>
    </p:spTree>
    <p:extLst>
      <p:ext uri="{BB962C8B-B14F-4D97-AF65-F5344CB8AC3E}">
        <p14:creationId xmlns:p14="http://schemas.microsoft.com/office/powerpoint/2010/main" val="46302555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84</TotalTime>
  <Words>464</Words>
  <Application>Microsoft Office PowerPoint</Application>
  <PresentationFormat>Widescreen</PresentationFormat>
  <Paragraphs>14</Paragraphs>
  <Slides>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vt:i4>
      </vt:variant>
    </vt:vector>
  </HeadingPairs>
  <TitlesOfParts>
    <vt:vector size="6" baseType="lpstr">
      <vt:lpstr>Arial</vt:lpstr>
      <vt:lpstr>Calibri</vt:lpstr>
      <vt:lpstr>Calibri Light</vt:lpstr>
      <vt:lpstr>Office Theme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Poornima Rajpoot</dc:creator>
  <cp:lastModifiedBy>Poornima Rajpoot</cp:lastModifiedBy>
  <cp:revision>4</cp:revision>
  <dcterms:created xsi:type="dcterms:W3CDTF">2026-03-09T07:14:54Z</dcterms:created>
  <dcterms:modified xsi:type="dcterms:W3CDTF">2026-03-09T08:39:23Z</dcterms:modified>
</cp:coreProperties>
</file>