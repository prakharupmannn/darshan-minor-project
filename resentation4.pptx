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C07E-4053-DE67-274A-5C9F298E92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4294F0-2328-8445-DB30-203CB0C96D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8613833-83CF-8FD9-A812-F2BD1B7BC630}"/>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4603556B-DBF9-FA2C-4D3B-098CD1B654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F2A474-D4E2-8FE9-6648-1EF7F752FEF0}"/>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510566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A43FB-131E-9755-E3AC-D36368BEBF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AA7CFB-C4C3-FCF5-408E-0DC36A2687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806813-5C1B-407D-5C55-D7BA1AF6852D}"/>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160144DF-C4AF-3A40-0309-B7FE5A9AA7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CD842F-4C5B-DBA6-C93E-F37150E918E4}"/>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151200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D9365-5574-F6F1-E516-A7F000C18B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575B255-207F-33C5-0057-73C429A2C5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365651-8F88-15D6-DBC3-7A28246052E1}"/>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A708FCCB-B57A-F6A8-0A7A-4C696393CA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FD6C60-1D44-6D77-3331-48DB91F375D8}"/>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096862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4B33E-A3C5-BE3F-827D-1BAEFBF901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123230-D8C3-9380-7D2B-1C35BC4D96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417E5AB-C43A-55F2-0817-F967602722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727336F-E8DC-E667-3E44-2030AF7239AB}"/>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6" name="Footer Placeholder 5">
            <a:extLst>
              <a:ext uri="{FF2B5EF4-FFF2-40B4-BE49-F238E27FC236}">
                <a16:creationId xmlns:a16="http://schemas.microsoft.com/office/drawing/2014/main" id="{49F6EF6C-3A9F-6451-2D72-A841729A87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661E6C-C46A-D38E-DD5E-86FBFA606D12}"/>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921210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4BC3D-AC7E-267F-7855-6F9EDCA4739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577DF3-B2B4-3CF7-5785-128667B4E5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AFF075-AAA3-84F9-2DE6-BED3AA6891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8BA74C-7A65-36E1-50BA-AD92AC156D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D4887E-AED6-AFD6-13C8-8828697D7A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19F71CC-2FFC-9952-FA78-D13371A508B4}"/>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8" name="Footer Placeholder 7">
            <a:extLst>
              <a:ext uri="{FF2B5EF4-FFF2-40B4-BE49-F238E27FC236}">
                <a16:creationId xmlns:a16="http://schemas.microsoft.com/office/drawing/2014/main" id="{07A57358-3DEF-9F4C-0F13-CE04970899A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A38CCB4-44B5-9D47-82DB-7EC3769676BB}"/>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4240420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C3D7F-5186-3470-17F4-768C3AA8E21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2D2B1AD-0E34-4E1E-F088-7BB59E96DC61}"/>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4" name="Footer Placeholder 3">
            <a:extLst>
              <a:ext uri="{FF2B5EF4-FFF2-40B4-BE49-F238E27FC236}">
                <a16:creationId xmlns:a16="http://schemas.microsoft.com/office/drawing/2014/main" id="{09C86A18-6F6A-7278-B236-5EA4ACC4FB5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18DC163-7150-564E-A4B3-7D28EE398262}"/>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1016326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D8E8C9-1C67-2A16-C366-106C533CE044}"/>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3" name="Footer Placeholder 2">
            <a:extLst>
              <a:ext uri="{FF2B5EF4-FFF2-40B4-BE49-F238E27FC236}">
                <a16:creationId xmlns:a16="http://schemas.microsoft.com/office/drawing/2014/main" id="{1BEA82FF-71EF-914E-9CE2-F2BC53E6216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0050C8F-96AE-7C16-A720-9CED6C51B3BA}"/>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371989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CFF24-1E62-5A6B-9B10-7B27E7C046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C62C519-5736-F924-5E93-F34B47EFDF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9CACC9-5286-F0B6-A0F6-C7E7D6AA3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0841CB-B70C-E769-5BC1-E2FFEC6CBE0E}"/>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6" name="Footer Placeholder 5">
            <a:extLst>
              <a:ext uri="{FF2B5EF4-FFF2-40B4-BE49-F238E27FC236}">
                <a16:creationId xmlns:a16="http://schemas.microsoft.com/office/drawing/2014/main" id="{A75BFC7C-303E-3C02-865D-6209241069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3AC23D-9689-492A-B723-00FF44334CBD}"/>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885721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B10EE-E3BF-D29A-5464-3B941FADD7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D4B4368-EB49-F9FA-8B9E-C23A6D2B13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7B8E4E5-7E01-F862-D0F9-D9490B90BD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65461F-8AA7-AB6D-7A02-95E50074B660}"/>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6" name="Footer Placeholder 5">
            <a:extLst>
              <a:ext uri="{FF2B5EF4-FFF2-40B4-BE49-F238E27FC236}">
                <a16:creationId xmlns:a16="http://schemas.microsoft.com/office/drawing/2014/main" id="{D0FEADC6-6D4E-35CF-BF11-9565300D66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900593-EB45-15EF-58DA-4C0B76D4FA57}"/>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1627785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C1AB2-A3F0-7BEA-4E6A-38C885956B0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B9A37B-0AF5-D19B-C885-F8EC11103E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BD1FAE-9C95-3581-039F-29C436D7321C}"/>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96B515D5-3CBA-947F-4142-A2E50E70F9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6C5B82-37A1-84B8-9134-43CC805EA923}"/>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647906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4FCD21-A0BC-B79C-EFC3-2BE101A5822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382348-B376-84FC-7ECD-697C2B4190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0A0BEB-393D-3CCA-2935-F2A0BB8225A1}"/>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A3F9B60C-ED66-BAD1-20FF-5B352964B8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389501-8588-8C99-6228-C3BDC5A92D0E}"/>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369044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E9E7C2-9192-B519-3C4E-7A0DC43A83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301B17-8509-1550-DA9C-1D76B64AC1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94487E-117B-C5DF-FC04-28A593DB0E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8BF16C99-463A-AB51-0819-7BC652514E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8F8C251-6A14-83EC-A767-A79943CAC8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87133C-DCD3-4F7F-9E67-2F78F72832D5}" type="slidenum">
              <a:rPr lang="en-IN" smtClean="0"/>
              <a:t>‹#›</a:t>
            </a:fld>
            <a:endParaRPr lang="en-IN"/>
          </a:p>
        </p:txBody>
      </p:sp>
    </p:spTree>
    <p:extLst>
      <p:ext uri="{BB962C8B-B14F-4D97-AF65-F5344CB8AC3E}">
        <p14:creationId xmlns:p14="http://schemas.microsoft.com/office/powerpoint/2010/main" val="173834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19FED-B606-7AFB-4AD5-0E473CD2A447}"/>
              </a:ext>
            </a:extLst>
          </p:cNvPr>
          <p:cNvSpPr>
            <a:spLocks noGrp="1"/>
          </p:cNvSpPr>
          <p:nvPr>
            <p:ph type="ctrTitle"/>
          </p:nvPr>
        </p:nvSpPr>
        <p:spPr>
          <a:xfrm>
            <a:off x="157316" y="-963561"/>
            <a:ext cx="9468465" cy="481780"/>
          </a:xfrm>
        </p:spPr>
        <p:txBody>
          <a:bodyPr>
            <a:normAutofit fontScale="90000"/>
          </a:bodyPr>
          <a:lstStyle/>
          <a:p>
            <a:endParaRPr lang="en-IN" dirty="0"/>
          </a:p>
        </p:txBody>
      </p:sp>
      <p:sp>
        <p:nvSpPr>
          <p:cNvPr id="3" name="Subtitle 2">
            <a:extLst>
              <a:ext uri="{FF2B5EF4-FFF2-40B4-BE49-F238E27FC236}">
                <a16:creationId xmlns:a16="http://schemas.microsoft.com/office/drawing/2014/main" id="{97308268-ED5B-B330-0D17-0F77C539E979}"/>
              </a:ext>
            </a:extLst>
          </p:cNvPr>
          <p:cNvSpPr>
            <a:spLocks noGrp="1"/>
          </p:cNvSpPr>
          <p:nvPr>
            <p:ph type="subTitle" idx="1"/>
          </p:nvPr>
        </p:nvSpPr>
        <p:spPr>
          <a:xfrm>
            <a:off x="78658" y="0"/>
            <a:ext cx="11670890" cy="6744929"/>
          </a:xfrm>
        </p:spPr>
        <p:txBody>
          <a:bodyPr>
            <a:normAutofit fontScale="77500" lnSpcReduction="20000"/>
          </a:bodyPr>
          <a:lstStyle/>
          <a:p>
            <a:pPr algn="l"/>
            <a:r>
              <a:rPr lang="en-US" b="1" dirty="0"/>
              <a:t>5. PROJECT PLANNING AND SCHEDULING</a:t>
            </a:r>
          </a:p>
          <a:p>
            <a:pPr algn="l"/>
            <a:r>
              <a:rPr lang="en-US" sz="2000" dirty="0"/>
              <a:t>Project planning and scheduling are essential activities in software development. They help in organizing the development process, managing resources, and completing the project within the specified time. Proper planning ensures that each stage of the project is completed systematically and efficiently.</a:t>
            </a:r>
          </a:p>
          <a:p>
            <a:pPr algn="l"/>
            <a:r>
              <a:rPr lang="en-US" sz="2000" dirty="0"/>
              <a:t>For the </a:t>
            </a:r>
            <a:r>
              <a:rPr lang="en-US" sz="2000" b="1" dirty="0" err="1"/>
              <a:t>DarshanEase</a:t>
            </a:r>
            <a:r>
              <a:rPr lang="en-US" sz="2000" b="1" dirty="0"/>
              <a:t> Online Temple Booking System</a:t>
            </a:r>
            <a:r>
              <a:rPr lang="en-US" sz="2000" dirty="0"/>
              <a:t>, the project is divided into multiple phases such as requirement analysis, system design, development, testing, and deployment. Each phase has specific tasks and timelines that guide the development process.</a:t>
            </a:r>
          </a:p>
          <a:p>
            <a:pPr algn="l"/>
            <a:r>
              <a:rPr lang="en-US" sz="2000" dirty="0"/>
              <a:t>The project schedule helps the team monitor progress and ensures that all tasks are completed according to the planned timeline.</a:t>
            </a:r>
          </a:p>
          <a:p>
            <a:pPr algn="l"/>
            <a:endParaRPr lang="en-US" sz="2000" dirty="0"/>
          </a:p>
          <a:p>
            <a:pPr algn="l"/>
            <a:r>
              <a:rPr lang="en-US" sz="2000" b="1" dirty="0"/>
              <a:t>5.1 Project Planning</a:t>
            </a:r>
          </a:p>
          <a:p>
            <a:pPr algn="l"/>
            <a:r>
              <a:rPr lang="en-US" sz="2000" dirty="0"/>
              <a:t>Project planning involves defining the project goals, identifying required resources, and organizing tasks for development.</a:t>
            </a:r>
          </a:p>
          <a:p>
            <a:pPr algn="l"/>
            <a:r>
              <a:rPr lang="en-US" sz="2000" dirty="0"/>
              <a:t>The main objectives of the </a:t>
            </a:r>
            <a:r>
              <a:rPr lang="en-US" sz="2000" dirty="0" err="1"/>
              <a:t>DarshanEase</a:t>
            </a:r>
            <a:r>
              <a:rPr lang="en-US" sz="2000" dirty="0"/>
              <a:t> project are:</a:t>
            </a:r>
          </a:p>
          <a:p>
            <a:pPr algn="l"/>
            <a:r>
              <a:rPr lang="en-US" sz="2000" dirty="0"/>
              <a:t>To develop an online platform for temple darshan slot booking</a:t>
            </a:r>
          </a:p>
          <a:p>
            <a:pPr algn="l"/>
            <a:r>
              <a:rPr lang="en-US" sz="2000" dirty="0"/>
              <a:t>To reduce waiting time for devotees</a:t>
            </a:r>
          </a:p>
          <a:p>
            <a:pPr algn="l"/>
            <a:r>
              <a:rPr lang="en-US" sz="2000" dirty="0"/>
              <a:t>To manage temple crowd efficiently</a:t>
            </a:r>
          </a:p>
          <a:p>
            <a:pPr algn="l"/>
            <a:r>
              <a:rPr lang="en-US" sz="2000" dirty="0"/>
              <a:t>To provide a simple and user-friendly interface</a:t>
            </a:r>
          </a:p>
          <a:p>
            <a:pPr algn="l"/>
            <a:r>
              <a:rPr lang="en-US" sz="2000" dirty="0"/>
              <a:t>The project planning process includes:</a:t>
            </a:r>
          </a:p>
          <a:p>
            <a:pPr algn="l"/>
            <a:r>
              <a:rPr lang="en-US" sz="2000" dirty="0"/>
              <a:t>Requirement Analysis</a:t>
            </a:r>
          </a:p>
          <a:p>
            <a:pPr algn="l"/>
            <a:r>
              <a:rPr lang="en-US" sz="2000" dirty="0"/>
              <a:t>System Design</a:t>
            </a:r>
          </a:p>
          <a:p>
            <a:pPr algn="l"/>
            <a:r>
              <a:rPr lang="en-US" sz="2000" dirty="0"/>
              <a:t>Development using MERN Stack</a:t>
            </a:r>
          </a:p>
          <a:p>
            <a:pPr algn="l"/>
            <a:r>
              <a:rPr lang="en-US" sz="2000" dirty="0"/>
              <a:t>Testing and debugging</a:t>
            </a:r>
          </a:p>
          <a:p>
            <a:pPr algn="l"/>
            <a:r>
              <a:rPr lang="en-US" sz="2000" dirty="0"/>
              <a:t>Deployment and maintenance</a:t>
            </a:r>
          </a:p>
          <a:p>
            <a:pPr algn="l"/>
            <a:r>
              <a:rPr lang="en-US" sz="2000" dirty="0"/>
              <a:t>These steps help in completing the project in an organized and structured manner.</a:t>
            </a:r>
          </a:p>
          <a:p>
            <a:br>
              <a:rPr lang="en-US" sz="2000" dirty="0"/>
            </a:br>
            <a:endParaRPr lang="en-US" sz="2000" dirty="0"/>
          </a:p>
          <a:p>
            <a:pPr algn="l"/>
            <a:endParaRPr lang="en-US" sz="2000" dirty="0"/>
          </a:p>
          <a:p>
            <a:endParaRPr lang="en-IN" dirty="0"/>
          </a:p>
        </p:txBody>
      </p:sp>
    </p:spTree>
    <p:extLst>
      <p:ext uri="{BB962C8B-B14F-4D97-AF65-F5344CB8AC3E}">
        <p14:creationId xmlns:p14="http://schemas.microsoft.com/office/powerpoint/2010/main" val="1726334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830AF-A001-E699-7386-F785F5C9F8A3}"/>
              </a:ext>
            </a:extLst>
          </p:cNvPr>
          <p:cNvSpPr>
            <a:spLocks noGrp="1"/>
          </p:cNvSpPr>
          <p:nvPr>
            <p:ph type="title"/>
          </p:nvPr>
        </p:nvSpPr>
        <p:spPr>
          <a:xfrm flipV="1">
            <a:off x="838200" y="-707922"/>
            <a:ext cx="10515600" cy="530941"/>
          </a:xfrm>
        </p:spPr>
        <p:txBody>
          <a:bodyPr>
            <a:normAutofit fontScale="90000"/>
          </a:bodyPr>
          <a:lstStyle/>
          <a:p>
            <a:endParaRPr lang="en-IN"/>
          </a:p>
        </p:txBody>
      </p:sp>
      <p:sp>
        <p:nvSpPr>
          <p:cNvPr id="3" name="Content Placeholder 2">
            <a:extLst>
              <a:ext uri="{FF2B5EF4-FFF2-40B4-BE49-F238E27FC236}">
                <a16:creationId xmlns:a16="http://schemas.microsoft.com/office/drawing/2014/main" id="{E437AFC4-E2A1-34BB-9082-BE09E64826B3}"/>
              </a:ext>
            </a:extLst>
          </p:cNvPr>
          <p:cNvSpPr>
            <a:spLocks noGrp="1"/>
          </p:cNvSpPr>
          <p:nvPr>
            <p:ph idx="1"/>
          </p:nvPr>
        </p:nvSpPr>
        <p:spPr>
          <a:xfrm>
            <a:off x="68826" y="0"/>
            <a:ext cx="12123174" cy="6176963"/>
          </a:xfrm>
        </p:spPr>
        <p:txBody>
          <a:bodyPr>
            <a:normAutofit fontScale="92500" lnSpcReduction="20000"/>
          </a:bodyPr>
          <a:lstStyle/>
          <a:p>
            <a:r>
              <a:rPr lang="en-US" sz="2600" b="1" dirty="0"/>
              <a:t>5.2 Project Scheduling</a:t>
            </a:r>
          </a:p>
          <a:p>
            <a:r>
              <a:rPr lang="en-US" sz="2200" dirty="0"/>
              <a:t>For the development of the </a:t>
            </a:r>
            <a:r>
              <a:rPr lang="en-US" sz="2200" b="1" dirty="0" err="1"/>
              <a:t>DarshanEase</a:t>
            </a:r>
            <a:r>
              <a:rPr lang="en-US" sz="2200" b="1" dirty="0"/>
              <a:t> Online Temple Booking System</a:t>
            </a:r>
            <a:r>
              <a:rPr lang="en-US" sz="2200" dirty="0"/>
              <a:t>, the project is divided into several phases. Each phase focuses on a specific activity required to build the system. Proper scheduling helps the development team organize tasks and complete the project within the planned timeline.</a:t>
            </a:r>
          </a:p>
          <a:p>
            <a:r>
              <a:rPr lang="en-US" sz="2200" dirty="0"/>
              <a:t>The scheduling process allows the team to monitor progress, manage development activities, and ensure that every stage of the project is completed efficiently. Each phase of the project is completed in sequence so that the system can be developed in a structured and systematic manner.</a:t>
            </a:r>
          </a:p>
          <a:p>
            <a:endParaRPr lang="en-IN" dirty="0"/>
          </a:p>
          <a:p>
            <a:r>
              <a:rPr lang="en-US" sz="2400" b="1" dirty="0"/>
              <a:t>Project Scheduling Phases</a:t>
            </a:r>
          </a:p>
          <a:p>
            <a:r>
              <a:rPr lang="en-US" sz="2400" b="1" dirty="0"/>
              <a:t>1. Requirement Analysis</a:t>
            </a:r>
          </a:p>
          <a:p>
            <a:r>
              <a:rPr lang="en-US" sz="2400" dirty="0"/>
              <a:t>In this phase, the requirements of the system are collected and analyzed. The objective is to understand the needs of users and identify the features required for the </a:t>
            </a:r>
            <a:r>
              <a:rPr lang="en-US" sz="2400" dirty="0" err="1"/>
              <a:t>DarshanEase</a:t>
            </a:r>
            <a:r>
              <a:rPr lang="en-US" sz="2400" dirty="0"/>
              <a:t> system.</a:t>
            </a:r>
          </a:p>
          <a:p>
            <a:r>
              <a:rPr lang="en-US" sz="2400" b="1" dirty="0"/>
              <a:t>2. System Design</a:t>
            </a:r>
          </a:p>
          <a:p>
            <a:r>
              <a:rPr lang="en-US" sz="2400" dirty="0"/>
              <a:t>During this phase, the structure of the system is designed. It includes system architecture design, database design, and user interface design.</a:t>
            </a:r>
          </a:p>
          <a:p>
            <a:r>
              <a:rPr lang="en-US" sz="2400" b="1" dirty="0"/>
              <a:t>3. Frontend Development</a:t>
            </a:r>
          </a:p>
          <a:p>
            <a:r>
              <a:rPr lang="en-US" sz="2400" dirty="0"/>
              <a:t>The frontend of the system is developed using </a:t>
            </a:r>
            <a:r>
              <a:rPr lang="en-US" sz="2400" b="1" dirty="0"/>
              <a:t>React.js, HTML, CSS, and JavaScript</a:t>
            </a:r>
            <a:r>
              <a:rPr lang="en-US" sz="2400" dirty="0"/>
              <a:t>. This phase focuses on creating user interfaces such as login pages, temple listing pages, booking pages, and confirmation pages.</a:t>
            </a:r>
          </a:p>
          <a:p>
            <a:endParaRPr lang="en-IN" dirty="0"/>
          </a:p>
        </p:txBody>
      </p:sp>
    </p:spTree>
    <p:extLst>
      <p:ext uri="{BB962C8B-B14F-4D97-AF65-F5344CB8AC3E}">
        <p14:creationId xmlns:p14="http://schemas.microsoft.com/office/powerpoint/2010/main" val="3677282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A983B-84E4-48FD-3BFC-BBFA504C82D6}"/>
              </a:ext>
            </a:extLst>
          </p:cNvPr>
          <p:cNvSpPr>
            <a:spLocks noGrp="1"/>
          </p:cNvSpPr>
          <p:nvPr>
            <p:ph type="title"/>
          </p:nvPr>
        </p:nvSpPr>
        <p:spPr>
          <a:xfrm flipV="1">
            <a:off x="838200" y="-1140542"/>
            <a:ext cx="10515600" cy="786581"/>
          </a:xfrm>
        </p:spPr>
        <p:txBody>
          <a:bodyPr/>
          <a:lstStyle/>
          <a:p>
            <a:endParaRPr lang="en-IN" dirty="0"/>
          </a:p>
        </p:txBody>
      </p:sp>
      <p:pic>
        <p:nvPicPr>
          <p:cNvPr id="5" name="Content Placeholder 4">
            <a:extLst>
              <a:ext uri="{FF2B5EF4-FFF2-40B4-BE49-F238E27FC236}">
                <a16:creationId xmlns:a16="http://schemas.microsoft.com/office/drawing/2014/main" id="{7D74C30D-31E4-2360-44CE-8859492E89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70802" y="2674373"/>
            <a:ext cx="6044381" cy="3838262"/>
          </a:xfrm>
          <a:prstGeom prst="rect">
            <a:avLst/>
          </a:prstGeom>
        </p:spPr>
      </p:pic>
      <p:sp>
        <p:nvSpPr>
          <p:cNvPr id="7" name="TextBox 6">
            <a:extLst>
              <a:ext uri="{FF2B5EF4-FFF2-40B4-BE49-F238E27FC236}">
                <a16:creationId xmlns:a16="http://schemas.microsoft.com/office/drawing/2014/main" id="{72F031CD-A816-6BB4-D297-4CA765DF1FFA}"/>
              </a:ext>
            </a:extLst>
          </p:cNvPr>
          <p:cNvSpPr txBox="1"/>
          <p:nvPr/>
        </p:nvSpPr>
        <p:spPr>
          <a:xfrm>
            <a:off x="0" y="1"/>
            <a:ext cx="10785987" cy="2585323"/>
          </a:xfrm>
          <a:prstGeom prst="rect">
            <a:avLst/>
          </a:prstGeom>
          <a:noFill/>
        </p:spPr>
        <p:txBody>
          <a:bodyPr wrap="square">
            <a:spAutoFit/>
          </a:bodyPr>
          <a:lstStyle/>
          <a:p>
            <a:r>
              <a:rPr lang="en-US" b="1" dirty="0"/>
              <a:t>4. Backend Development</a:t>
            </a:r>
          </a:p>
          <a:p>
            <a:r>
              <a:rPr lang="en-US" dirty="0"/>
              <a:t>In this phase, server-side logic and APIs are developed using </a:t>
            </a:r>
            <a:r>
              <a:rPr lang="en-US" b="1" dirty="0"/>
              <a:t>Node.js and Express.js</a:t>
            </a:r>
            <a:r>
              <a:rPr lang="en-US" dirty="0"/>
              <a:t>. The backend handles user requests, authentication, and communication with the database.</a:t>
            </a:r>
          </a:p>
          <a:p>
            <a:r>
              <a:rPr lang="en-US" b="1" dirty="0"/>
              <a:t>5. Database Development</a:t>
            </a:r>
          </a:p>
          <a:p>
            <a:r>
              <a:rPr lang="en-US" dirty="0"/>
              <a:t>The database is created using </a:t>
            </a:r>
            <a:r>
              <a:rPr lang="en-US" b="1" dirty="0"/>
              <a:t>MongoDB</a:t>
            </a:r>
            <a:r>
              <a:rPr lang="en-US" dirty="0"/>
              <a:t> to store user details, temple information, and booking records.</a:t>
            </a:r>
          </a:p>
          <a:p>
            <a:r>
              <a:rPr lang="en-US" b="1" dirty="0"/>
              <a:t>6. Testing and Debugging</a:t>
            </a:r>
          </a:p>
          <a:p>
            <a:r>
              <a:rPr lang="en-US" dirty="0"/>
              <a:t>Testing is performed to identify errors and ensure that all features of the system work properly.</a:t>
            </a:r>
          </a:p>
          <a:p>
            <a:r>
              <a:rPr lang="en-US" b="1" dirty="0"/>
              <a:t>7. Deployment</a:t>
            </a:r>
          </a:p>
          <a:p>
            <a:r>
              <a:rPr lang="en-US" dirty="0"/>
              <a:t>In the final phase, the system is deployed on a server so that users can access the application online.</a:t>
            </a:r>
          </a:p>
        </p:txBody>
      </p:sp>
    </p:spTree>
    <p:extLst>
      <p:ext uri="{BB962C8B-B14F-4D97-AF65-F5344CB8AC3E}">
        <p14:creationId xmlns:p14="http://schemas.microsoft.com/office/powerpoint/2010/main" val="1182649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531</Words>
  <Application>Microsoft Office PowerPoint</Application>
  <PresentationFormat>Widescreen</PresentationFormat>
  <Paragraphs>39</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Poornima Rajpoot</dc:creator>
  <cp:lastModifiedBy>Poornima Rajpoot</cp:lastModifiedBy>
  <cp:revision>3</cp:revision>
  <dcterms:created xsi:type="dcterms:W3CDTF">2026-03-09T07:14:54Z</dcterms:created>
  <dcterms:modified xsi:type="dcterms:W3CDTF">2026-03-09T08:24:57Z</dcterms:modified>
</cp:coreProperties>
</file>