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C07E-4053-DE67-274A-5C9F298E92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4294F0-2328-8445-DB30-203CB0C96D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613833-83CF-8FD9-A812-F2BD1B7BC630}"/>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4603556B-DBF9-FA2C-4D3B-098CD1B654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F2A474-D4E2-8FE9-6648-1EF7F752FEF0}"/>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51056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A43FB-131E-9755-E3AC-D36368BEBF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AA7CFB-C4C3-FCF5-408E-0DC36A2687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806813-5C1B-407D-5C55-D7BA1AF6852D}"/>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160144DF-C4AF-3A40-0309-B7FE5A9AA7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CD842F-4C5B-DBA6-C93E-F37150E918E4}"/>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151200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D9365-5574-F6F1-E516-A7F000C18B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75B255-207F-33C5-0057-73C429A2C5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365651-8F88-15D6-DBC3-7A28246052E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A708FCCB-B57A-F6A8-0A7A-4C696393CA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FD6C60-1D44-6D77-3331-48DB91F375D8}"/>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096862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4B33E-A3C5-BE3F-827D-1BAEFBF901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123230-D8C3-9380-7D2B-1C35BC4D96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17E5AB-C43A-55F2-0817-F967602722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27336F-E8DC-E667-3E44-2030AF7239AB}"/>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49F6EF6C-3A9F-6451-2D72-A841729A87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661E6C-C46A-D38E-DD5E-86FBFA606D12}"/>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921210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4BC3D-AC7E-267F-7855-6F9EDCA473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77DF3-B2B4-3CF7-5785-128667B4E5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AFF075-AAA3-84F9-2DE6-BED3AA6891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8BA74C-7A65-36E1-50BA-AD92AC156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D4887E-AED6-AFD6-13C8-8828697D7A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19F71CC-2FFC-9952-FA78-D13371A508B4}"/>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8" name="Footer Placeholder 7">
            <a:extLst>
              <a:ext uri="{FF2B5EF4-FFF2-40B4-BE49-F238E27FC236}">
                <a16:creationId xmlns:a16="http://schemas.microsoft.com/office/drawing/2014/main" id="{07A57358-3DEF-9F4C-0F13-CE04970899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A38CCB4-44B5-9D47-82DB-7EC3769676BB}"/>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4240420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C3D7F-5186-3470-17F4-768C3AA8E2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D2B1AD-0E34-4E1E-F088-7BB59E96DC6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4" name="Footer Placeholder 3">
            <a:extLst>
              <a:ext uri="{FF2B5EF4-FFF2-40B4-BE49-F238E27FC236}">
                <a16:creationId xmlns:a16="http://schemas.microsoft.com/office/drawing/2014/main" id="{09C86A18-6F6A-7278-B236-5EA4ACC4FB5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8DC163-7150-564E-A4B3-7D28EE398262}"/>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1016326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D8E8C9-1C67-2A16-C366-106C533CE044}"/>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3" name="Footer Placeholder 2">
            <a:extLst>
              <a:ext uri="{FF2B5EF4-FFF2-40B4-BE49-F238E27FC236}">
                <a16:creationId xmlns:a16="http://schemas.microsoft.com/office/drawing/2014/main" id="{1BEA82FF-71EF-914E-9CE2-F2BC53E621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050C8F-96AE-7C16-A720-9CED6C51B3BA}"/>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371989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CFF24-1E62-5A6B-9B10-7B27E7C04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62C519-5736-F924-5E93-F34B47EFDF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9CACC9-5286-F0B6-A0F6-C7E7D6AA3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0841CB-B70C-E769-5BC1-E2FFEC6CBE0E}"/>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A75BFC7C-303E-3C02-865D-6209241069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3AC23D-9689-492A-B723-00FF44334CBD}"/>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885721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B10EE-E3BF-D29A-5464-3B941FADD7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D4B4368-EB49-F9FA-8B9E-C23A6D2B13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7B8E4E5-7E01-F862-D0F9-D9490B90BD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5461F-8AA7-AB6D-7A02-95E50074B660}"/>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6" name="Footer Placeholder 5">
            <a:extLst>
              <a:ext uri="{FF2B5EF4-FFF2-40B4-BE49-F238E27FC236}">
                <a16:creationId xmlns:a16="http://schemas.microsoft.com/office/drawing/2014/main" id="{D0FEADC6-6D4E-35CF-BF11-9565300D66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900593-EB45-15EF-58DA-4C0B76D4FA57}"/>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1627785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C1AB2-A3F0-7BEA-4E6A-38C885956B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B9A37B-0AF5-D19B-C885-F8EC11103E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BD1FAE-9C95-3581-039F-29C436D7321C}"/>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96B515D5-3CBA-947F-4142-A2E50E70F9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6C5B82-37A1-84B8-9134-43CC805EA923}"/>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647906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4FCD21-A0BC-B79C-EFC3-2BE101A582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382348-B376-84FC-7ECD-697C2B4190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0A0BEB-393D-3CCA-2935-F2A0BB8225A1}"/>
              </a:ext>
            </a:extLst>
          </p:cNvPr>
          <p:cNvSpPr>
            <a:spLocks noGrp="1"/>
          </p:cNvSpPr>
          <p:nvPr>
            <p:ph type="dt" sz="half" idx="10"/>
          </p:nvPr>
        </p:nvSpPr>
        <p:spPr/>
        <p:txBody>
          <a:body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A3F9B60C-ED66-BAD1-20FF-5B352964B8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389501-8588-8C99-6228-C3BDC5A92D0E}"/>
              </a:ext>
            </a:extLst>
          </p:cNvPr>
          <p:cNvSpPr>
            <a:spLocks noGrp="1"/>
          </p:cNvSpPr>
          <p:nvPr>
            <p:ph type="sldNum" sz="quarter" idx="12"/>
          </p:nvPr>
        </p:nvSpPr>
        <p:spPr/>
        <p:txBody>
          <a:bodyPr/>
          <a:lstStyle/>
          <a:p>
            <a:fld id="{8187133C-DCD3-4F7F-9E67-2F78F72832D5}" type="slidenum">
              <a:rPr lang="en-IN" smtClean="0"/>
              <a:t>‹#›</a:t>
            </a:fld>
            <a:endParaRPr lang="en-IN"/>
          </a:p>
        </p:txBody>
      </p:sp>
    </p:spTree>
    <p:extLst>
      <p:ext uri="{BB962C8B-B14F-4D97-AF65-F5344CB8AC3E}">
        <p14:creationId xmlns:p14="http://schemas.microsoft.com/office/powerpoint/2010/main" val="2369044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9E7C2-9192-B519-3C4E-7A0DC43A83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301B17-8509-1550-DA9C-1D76B64AC1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4487E-117B-C5DF-FC04-28A593DB0E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D8EB5-A387-4771-B45E-B1AA75B9321A}" type="datetimeFigureOut">
              <a:rPr lang="en-IN" smtClean="0"/>
              <a:t>09-03-2026</a:t>
            </a:fld>
            <a:endParaRPr lang="en-IN"/>
          </a:p>
        </p:txBody>
      </p:sp>
      <p:sp>
        <p:nvSpPr>
          <p:cNvPr id="5" name="Footer Placeholder 4">
            <a:extLst>
              <a:ext uri="{FF2B5EF4-FFF2-40B4-BE49-F238E27FC236}">
                <a16:creationId xmlns:a16="http://schemas.microsoft.com/office/drawing/2014/main" id="{8BF16C99-463A-AB51-0819-7BC652514E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F8C251-6A14-83EC-A767-A79943CAC8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7133C-DCD3-4F7F-9E67-2F78F72832D5}" type="slidenum">
              <a:rPr lang="en-IN" smtClean="0"/>
              <a:t>‹#›</a:t>
            </a:fld>
            <a:endParaRPr lang="en-IN"/>
          </a:p>
        </p:txBody>
      </p:sp>
    </p:spTree>
    <p:extLst>
      <p:ext uri="{BB962C8B-B14F-4D97-AF65-F5344CB8AC3E}">
        <p14:creationId xmlns:p14="http://schemas.microsoft.com/office/powerpoint/2010/main" val="173834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43F2D-9138-054C-92E9-7FB2C2699D78}"/>
              </a:ext>
            </a:extLst>
          </p:cNvPr>
          <p:cNvSpPr>
            <a:spLocks noGrp="1"/>
          </p:cNvSpPr>
          <p:nvPr>
            <p:ph type="ctrTitle"/>
          </p:nvPr>
        </p:nvSpPr>
        <p:spPr>
          <a:xfrm>
            <a:off x="-68826" y="245805"/>
            <a:ext cx="9232492" cy="442453"/>
          </a:xfrm>
        </p:spPr>
        <p:txBody>
          <a:bodyPr>
            <a:normAutofit fontScale="90000"/>
          </a:bodyPr>
          <a:lstStyle/>
          <a:p>
            <a:pPr algn="l"/>
            <a:br>
              <a:rPr lang="en-IN" sz="3600" b="1" i="1" u="sng" dirty="0"/>
            </a:br>
            <a:r>
              <a:rPr lang="en-IN" sz="3600" b="1" i="1" u="sng" dirty="0"/>
              <a:t>3. REQUIRMENT ANALYSIS</a:t>
            </a:r>
          </a:p>
        </p:txBody>
      </p:sp>
      <p:sp>
        <p:nvSpPr>
          <p:cNvPr id="3" name="Subtitle 2">
            <a:extLst>
              <a:ext uri="{FF2B5EF4-FFF2-40B4-BE49-F238E27FC236}">
                <a16:creationId xmlns:a16="http://schemas.microsoft.com/office/drawing/2014/main" id="{E66DF188-CCA9-BB2A-E09A-60A918CD3B82}"/>
              </a:ext>
            </a:extLst>
          </p:cNvPr>
          <p:cNvSpPr>
            <a:spLocks noGrp="1"/>
          </p:cNvSpPr>
          <p:nvPr>
            <p:ph type="subTitle" idx="1"/>
          </p:nvPr>
        </p:nvSpPr>
        <p:spPr>
          <a:xfrm>
            <a:off x="0" y="599768"/>
            <a:ext cx="12192000" cy="6258231"/>
          </a:xfrm>
        </p:spPr>
        <p:txBody>
          <a:bodyPr>
            <a:normAutofit/>
          </a:bodyPr>
          <a:lstStyle/>
          <a:p>
            <a:r>
              <a:rPr lang="en-US" sz="2000" dirty="0"/>
              <a:t>Requirement Analysis is an important phase in the software development process. In this phase, the requirements of the users and the system are carefully identified and analyzed. The main objective of requirement analysis is to understand what the system should do and how it should perform its functions.</a:t>
            </a:r>
          </a:p>
          <a:p>
            <a:r>
              <a:rPr lang="en-US" sz="2000" dirty="0"/>
              <a:t>For the </a:t>
            </a:r>
            <a:r>
              <a:rPr lang="en-US" sz="2000" b="1" dirty="0" err="1"/>
              <a:t>DarshanEase</a:t>
            </a:r>
            <a:r>
              <a:rPr lang="en-US" sz="2000" b="1" dirty="0"/>
              <a:t> project</a:t>
            </a:r>
            <a:r>
              <a:rPr lang="en-US" sz="2000" dirty="0"/>
              <a:t>, requirement analysis helps in identifying the needs of devotees and temple management. The system must provide an easy way for users to book darshan slots, view temple information, and manage their bookings. It also helps in improving crowd management in temples.</a:t>
            </a:r>
          </a:p>
          <a:p>
            <a:r>
              <a:rPr lang="en-US" sz="2000" dirty="0"/>
              <a:t>The requirements of the system are divided into </a:t>
            </a:r>
            <a:r>
              <a:rPr lang="en-US" sz="2000" b="1" dirty="0"/>
              <a:t>functional requirements</a:t>
            </a:r>
            <a:r>
              <a:rPr lang="en-US" sz="2000" dirty="0"/>
              <a:t> and </a:t>
            </a:r>
            <a:r>
              <a:rPr lang="en-US" sz="2000" b="1" dirty="0"/>
              <a:t>non-functional requirements</a:t>
            </a:r>
            <a:r>
              <a:rPr lang="en-US" sz="2000" dirty="0"/>
              <a:t>.</a:t>
            </a:r>
          </a:p>
          <a:p>
            <a:r>
              <a:rPr lang="en-US" sz="2000" b="1" u="sng" dirty="0"/>
              <a:t>3.1 Functional Requirements</a:t>
            </a:r>
          </a:p>
          <a:p>
            <a:r>
              <a:rPr lang="en-US" sz="2000" dirty="0"/>
              <a:t>Functional requirements describe the main functions that the system must perform.</a:t>
            </a:r>
          </a:p>
          <a:p>
            <a:endParaRPr lang="en-US" sz="2000" dirty="0"/>
          </a:p>
          <a:p>
            <a:r>
              <a:rPr lang="en-US" sz="2000" b="1" dirty="0"/>
              <a:t>1. User Registration and Login</a:t>
            </a:r>
            <a:br>
              <a:rPr lang="en-US" sz="2000" dirty="0"/>
            </a:br>
            <a:r>
              <a:rPr lang="en-US" sz="2000" dirty="0"/>
              <a:t>The system must allow users to create an account by providing basic information such as name, email, and password. After registration, users should be able to log in to the system securely.</a:t>
            </a:r>
          </a:p>
          <a:p>
            <a:endParaRPr lang="en-IN" dirty="0"/>
          </a:p>
        </p:txBody>
      </p:sp>
    </p:spTree>
    <p:extLst>
      <p:ext uri="{BB962C8B-B14F-4D97-AF65-F5344CB8AC3E}">
        <p14:creationId xmlns:p14="http://schemas.microsoft.com/office/powerpoint/2010/main" val="174442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6E442-06B4-3752-8263-74ACC9ACA2EE}"/>
              </a:ext>
            </a:extLst>
          </p:cNvPr>
          <p:cNvSpPr>
            <a:spLocks noGrp="1"/>
          </p:cNvSpPr>
          <p:nvPr>
            <p:ph type="title"/>
          </p:nvPr>
        </p:nvSpPr>
        <p:spPr>
          <a:xfrm flipV="1">
            <a:off x="838200" y="-481780"/>
            <a:ext cx="10515600" cy="157316"/>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292172B8-7CBE-D279-E365-6F5FE111EF10}"/>
              </a:ext>
            </a:extLst>
          </p:cNvPr>
          <p:cNvSpPr>
            <a:spLocks noGrp="1"/>
          </p:cNvSpPr>
          <p:nvPr>
            <p:ph idx="1"/>
          </p:nvPr>
        </p:nvSpPr>
        <p:spPr>
          <a:xfrm>
            <a:off x="157315" y="196645"/>
            <a:ext cx="11779045" cy="6661355"/>
          </a:xfrm>
        </p:spPr>
        <p:txBody>
          <a:bodyPr>
            <a:normAutofit fontScale="40000" lnSpcReduction="20000"/>
          </a:bodyPr>
          <a:lstStyle/>
          <a:p>
            <a:r>
              <a:rPr lang="en-US" sz="2900" b="1" dirty="0"/>
              <a:t>2. Temple Information</a:t>
            </a:r>
            <a:br>
              <a:rPr lang="en-US" sz="2900" dirty="0"/>
            </a:br>
            <a:r>
              <a:rPr lang="en-US" sz="2900" dirty="0"/>
              <a:t>The system should provide detailed information about temples, including temple name, location, description, and available darshan timings.</a:t>
            </a:r>
          </a:p>
          <a:p>
            <a:endParaRPr lang="en-US" sz="2900" dirty="0"/>
          </a:p>
          <a:p>
            <a:r>
              <a:rPr lang="en-US" sz="2900" b="1" dirty="0"/>
              <a:t>3. Darshan Slot Booking</a:t>
            </a:r>
            <a:br>
              <a:rPr lang="en-US" sz="2900" dirty="0"/>
            </a:br>
            <a:r>
              <a:rPr lang="en-US" sz="2900" dirty="0"/>
              <a:t>Users should be able to select a temple, choose an available date and time slot, and book their darshan online.</a:t>
            </a:r>
          </a:p>
          <a:p>
            <a:endParaRPr lang="en-US" sz="2900" dirty="0"/>
          </a:p>
          <a:p>
            <a:r>
              <a:rPr lang="en-US" sz="2900" b="1" dirty="0"/>
              <a:t>4. Booking Confirmation</a:t>
            </a:r>
            <a:br>
              <a:rPr lang="en-US" sz="2900" dirty="0"/>
            </a:br>
            <a:r>
              <a:rPr lang="en-US" sz="2900" dirty="0"/>
              <a:t>After successful booking, the system should generate a confirmation message or ticket for the user.</a:t>
            </a:r>
          </a:p>
          <a:p>
            <a:endParaRPr lang="en-US" sz="2900" dirty="0"/>
          </a:p>
          <a:p>
            <a:r>
              <a:rPr lang="en-US" sz="2900" b="1" dirty="0"/>
              <a:t>5. Admin Management</a:t>
            </a:r>
            <a:br>
              <a:rPr lang="en-US" sz="2900" dirty="0"/>
            </a:br>
            <a:r>
              <a:rPr lang="en-US" sz="2900" dirty="0"/>
              <a:t>The admin should be able to add or update temple details, manage darshan slots, and view booking records.</a:t>
            </a:r>
          </a:p>
          <a:p>
            <a:endParaRPr lang="en-US" sz="2900" dirty="0"/>
          </a:p>
          <a:p>
            <a:r>
              <a:rPr lang="en-US" sz="2900" b="1" dirty="0"/>
              <a:t>                                  3.2 Non-Functional Requirements</a:t>
            </a:r>
          </a:p>
          <a:p>
            <a:r>
              <a:rPr lang="en-US" sz="2900" dirty="0"/>
              <a:t>Non-functional requirements describe the quality and performance of the system.</a:t>
            </a:r>
          </a:p>
          <a:p>
            <a:endParaRPr lang="en-US" sz="2900" dirty="0"/>
          </a:p>
          <a:p>
            <a:r>
              <a:rPr lang="en-US" sz="2900" b="1" dirty="0"/>
              <a:t>1. Usability</a:t>
            </a:r>
            <a:br>
              <a:rPr lang="en-US" sz="2900" dirty="0"/>
            </a:br>
            <a:r>
              <a:rPr lang="en-US" sz="2900" dirty="0"/>
              <a:t>The system should have a simple and user-friendly interface so that users can easily navigate and book darshan slots.</a:t>
            </a:r>
          </a:p>
          <a:p>
            <a:endParaRPr lang="en-US" sz="2900" dirty="0"/>
          </a:p>
          <a:p>
            <a:r>
              <a:rPr lang="en-US" sz="2900" b="1" dirty="0"/>
              <a:t>2. Performance</a:t>
            </a:r>
            <a:br>
              <a:rPr lang="en-US" sz="2900" dirty="0"/>
            </a:br>
            <a:r>
              <a:rPr lang="en-US" sz="2900" dirty="0"/>
              <a:t>The system should respond quickly and handle multiple users at the same time without slowing down.</a:t>
            </a:r>
          </a:p>
          <a:p>
            <a:endParaRPr lang="en-US" sz="2900" dirty="0"/>
          </a:p>
          <a:p>
            <a:r>
              <a:rPr lang="en-US" sz="2900" b="1" dirty="0"/>
              <a:t>3. Security</a:t>
            </a:r>
            <a:br>
              <a:rPr lang="en-US" sz="2900" dirty="0"/>
            </a:br>
            <a:r>
              <a:rPr lang="en-US" sz="2900" dirty="0"/>
              <a:t>User data such as login credentials and booking information must be stored securely.</a:t>
            </a:r>
          </a:p>
          <a:p>
            <a:endParaRPr lang="en-US" sz="2900" dirty="0"/>
          </a:p>
          <a:p>
            <a:r>
              <a:rPr lang="en-US" sz="2900" b="1" dirty="0"/>
              <a:t>4. Reliability</a:t>
            </a:r>
            <a:br>
              <a:rPr lang="en-US" sz="2900" dirty="0"/>
            </a:br>
            <a:r>
              <a:rPr lang="en-US" sz="2900" dirty="0"/>
              <a:t>The system should work consistently without errors or failures.</a:t>
            </a:r>
          </a:p>
          <a:p>
            <a:endParaRPr lang="en-US" sz="2900" dirty="0"/>
          </a:p>
          <a:p>
            <a:r>
              <a:rPr lang="en-US" sz="2900" b="1" dirty="0"/>
              <a:t>5. Scalability</a:t>
            </a:r>
            <a:br>
              <a:rPr lang="en-US" sz="2900" dirty="0"/>
            </a:br>
            <a:r>
              <a:rPr lang="en-US" sz="2900" dirty="0"/>
              <a:t>The system should be able to handle an increasing number of users in the future.</a:t>
            </a:r>
          </a:p>
          <a:p>
            <a:endParaRPr lang="en-IN" dirty="0"/>
          </a:p>
        </p:txBody>
      </p:sp>
    </p:spTree>
    <p:extLst>
      <p:ext uri="{BB962C8B-B14F-4D97-AF65-F5344CB8AC3E}">
        <p14:creationId xmlns:p14="http://schemas.microsoft.com/office/powerpoint/2010/main" val="1937834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0704A-3C24-ECCE-F776-D0160324E988}"/>
              </a:ext>
            </a:extLst>
          </p:cNvPr>
          <p:cNvSpPr>
            <a:spLocks noGrp="1"/>
          </p:cNvSpPr>
          <p:nvPr>
            <p:ph type="title"/>
          </p:nvPr>
        </p:nvSpPr>
        <p:spPr>
          <a:xfrm>
            <a:off x="838200" y="-383457"/>
            <a:ext cx="10515600" cy="206476"/>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CB433D72-F07C-D7E7-C790-60329D723450}"/>
              </a:ext>
            </a:extLst>
          </p:cNvPr>
          <p:cNvSpPr>
            <a:spLocks noGrp="1"/>
          </p:cNvSpPr>
          <p:nvPr>
            <p:ph idx="1"/>
          </p:nvPr>
        </p:nvSpPr>
        <p:spPr>
          <a:xfrm>
            <a:off x="0" y="0"/>
            <a:ext cx="12192000" cy="6176963"/>
          </a:xfrm>
        </p:spPr>
        <p:txBody>
          <a:bodyPr>
            <a:normAutofit/>
          </a:bodyPr>
          <a:lstStyle/>
          <a:p>
            <a:r>
              <a:rPr lang="en-IN" dirty="0"/>
              <a:t>3.3 Data Flow Diagram (DFD)</a:t>
            </a:r>
          </a:p>
        </p:txBody>
      </p:sp>
      <p:pic>
        <p:nvPicPr>
          <p:cNvPr id="11" name="Picture 10">
            <a:extLst>
              <a:ext uri="{FF2B5EF4-FFF2-40B4-BE49-F238E27FC236}">
                <a16:creationId xmlns:a16="http://schemas.microsoft.com/office/drawing/2014/main" id="{A8047511-6512-E699-128A-A5AA3DC7E8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9135" y="875071"/>
            <a:ext cx="7885471" cy="5665282"/>
          </a:xfrm>
          <a:prstGeom prst="rect">
            <a:avLst/>
          </a:prstGeom>
        </p:spPr>
      </p:pic>
    </p:spTree>
    <p:extLst>
      <p:ext uri="{BB962C8B-B14F-4D97-AF65-F5344CB8AC3E}">
        <p14:creationId xmlns:p14="http://schemas.microsoft.com/office/powerpoint/2010/main" val="1684043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21359-79F1-C264-9680-6EB02733F472}"/>
              </a:ext>
            </a:extLst>
          </p:cNvPr>
          <p:cNvSpPr>
            <a:spLocks noGrp="1"/>
          </p:cNvSpPr>
          <p:nvPr>
            <p:ph type="title"/>
          </p:nvPr>
        </p:nvSpPr>
        <p:spPr>
          <a:xfrm flipV="1">
            <a:off x="838200" y="-599768"/>
            <a:ext cx="10515600" cy="235975"/>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B78172F8-4697-61CB-3426-A6D8E95EE419}"/>
              </a:ext>
            </a:extLst>
          </p:cNvPr>
          <p:cNvSpPr>
            <a:spLocks noGrp="1"/>
          </p:cNvSpPr>
          <p:nvPr>
            <p:ph idx="1"/>
          </p:nvPr>
        </p:nvSpPr>
        <p:spPr>
          <a:xfrm>
            <a:off x="0" y="0"/>
            <a:ext cx="12192000" cy="6176963"/>
          </a:xfrm>
        </p:spPr>
        <p:txBody>
          <a:bodyPr/>
          <a:lstStyle/>
          <a:p>
            <a:r>
              <a:rPr lang="en-US" dirty="0"/>
              <a:t>3.4 TECHNOLOGY STACK</a:t>
            </a:r>
            <a:endParaRPr lang="en-IN" dirty="0"/>
          </a:p>
        </p:txBody>
      </p:sp>
      <p:pic>
        <p:nvPicPr>
          <p:cNvPr id="5" name="Picture 4">
            <a:extLst>
              <a:ext uri="{FF2B5EF4-FFF2-40B4-BE49-F238E27FC236}">
                <a16:creationId xmlns:a16="http://schemas.microsoft.com/office/drawing/2014/main" id="{FC6F9A3D-967A-6788-12E8-977899A884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1" y="466212"/>
            <a:ext cx="9164894" cy="6109929"/>
          </a:xfrm>
          <a:prstGeom prst="rect">
            <a:avLst/>
          </a:prstGeom>
        </p:spPr>
      </p:pic>
    </p:spTree>
    <p:extLst>
      <p:ext uri="{BB962C8B-B14F-4D97-AF65-F5344CB8AC3E}">
        <p14:creationId xmlns:p14="http://schemas.microsoft.com/office/powerpoint/2010/main" val="26362995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407</Words>
  <Application>Microsoft Office PowerPoint</Application>
  <PresentationFormat>Widescreen</PresentationFormat>
  <Paragraphs>30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 3. REQUIRMENT ANALYSIS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Poornima Rajpoot</dc:creator>
  <cp:lastModifiedBy>Poornima Rajpoot</cp:lastModifiedBy>
  <cp:revision>1</cp:revision>
  <dcterms:created xsi:type="dcterms:W3CDTF">2026-03-09T07:14:54Z</dcterms:created>
  <dcterms:modified xsi:type="dcterms:W3CDTF">2026-03-09T07:16:37Z</dcterms:modified>
</cp:coreProperties>
</file>